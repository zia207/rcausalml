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1.png" ContentType="image/png"/>
  <Override PartName="/ppt/media/image2.png" ContentType="image/png"/>
  <Override PartName="/ppt/presProps.xml" ContentType="application/vnd.openxmlformats-officedocument.presentationml.presProps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972800" cy="2286000"/>
  <p:notesSz cx="7772400" cy="100584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7CDC13B-4C99-4ECA-8430-51AB20E2AF12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816CD637-88BF-4654-BE56-ADBEA40953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D991BBD-D8C8-4F56-868E-52D3F64A702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35C1F48-75F5-47A4-A039-19F84053548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40A6C13-F195-4466-B08C-711E6D8E3E8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548640" y="91080"/>
            <a:ext cx="9875160" cy="1768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32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66A4F16-8A4E-4F38-9A10-D66F8D790CA6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4400C842-FB92-4D41-90EE-D7C9BAB7790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DE0EE865-AD4F-46EB-A65A-7E46E82E4B6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F859742-A577-466B-B3CC-A56DD3A9183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548640" y="1226880"/>
            <a:ext cx="98751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06BB7A9-EAE1-4A4D-B71E-FA0932B13E0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5608800" y="53460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54864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5608800" y="1226880"/>
            <a:ext cx="481896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F8F9B121-03F4-4356-962E-4DCC9B03EA74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548640" y="-30960"/>
            <a:ext cx="987516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US" sz="4400" spc="-1" strike="noStrike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548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388764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7226280" y="53460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548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388764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7226280" y="1226880"/>
            <a:ext cx="3179520" cy="631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3000"/>
          </a:bodyPr>
          <a:p>
            <a:endParaRPr b="0" lang="en-US" sz="3200" spc="-1" strike="noStrike"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9B0B13D-DEF6-4F24-8E58-79D528A1504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en-US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ftr" idx="1"/>
          </p:nvPr>
        </p:nvSpPr>
        <p:spPr>
          <a:xfrm>
            <a:off x="3634920" y="2118600"/>
            <a:ext cx="3701880" cy="12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ctr">
              <a:lnSpc>
                <a:spcPct val="100000"/>
              </a:lnSpc>
              <a:buNone/>
              <a:def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defRPr>
            </a:lvl1pPr>
          </a:lstStyle>
          <a:p>
            <a:pPr algn="ctr">
              <a:lnSpc>
                <a:spcPct val="100000"/>
              </a:lnSpc>
              <a:buNone/>
            </a:pPr>
            <a:r>
              <a:rPr b="0" lang="en-US" sz="1400" spc="-1" strike="noStrike">
                <a:solidFill>
                  <a:srgbClr val="000000"/>
                </a:solidFill>
                <a:latin typeface="Times New Roman"/>
                <a:ea typeface="DejaVu Sans"/>
              </a:rPr>
              <a:t>&lt;footer&gt;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sldNum" idx="2"/>
          </p:nvPr>
        </p:nvSpPr>
        <p:spPr>
          <a:xfrm>
            <a:off x="7749720" y="2118600"/>
            <a:ext cx="2467440" cy="12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 algn="r">
              <a:lnSpc>
                <a:spcPct val="100000"/>
              </a:lnSpc>
              <a:buNone/>
              <a:defRPr b="0" lang="en-US" sz="240" spc="-1" strike="noStrike">
                <a:solidFill>
                  <a:srgbClr val="8b8b8b"/>
                </a:solidFill>
                <a:latin typeface="Calibri"/>
                <a:ea typeface="DejaVu Sans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F12A7C0-21AC-4F08-A229-595D48325CA9}" type="slidenum">
              <a:rPr b="0" lang="en-US" sz="240" spc="-1" strike="noStrike">
                <a:solidFill>
                  <a:srgbClr val="8b8b8b"/>
                </a:solidFill>
                <a:latin typeface="Calibri"/>
                <a:ea typeface="DejaVu Sans"/>
              </a:rPr>
              <a:t>&lt;number&gt;</a:t>
            </a:fld>
            <a:endParaRPr b="0" lang="en-US" sz="24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3"/>
          </p:nvPr>
        </p:nvSpPr>
        <p:spPr>
          <a:xfrm>
            <a:off x="754200" y="2118600"/>
            <a:ext cx="2467440" cy="12024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36360" bIns="36360" anchor="ctr">
            <a:noAutofit/>
          </a:bodyPr>
          <a:lstStyle>
            <a:lvl1pPr>
              <a:defRPr b="0" lang="en-US" sz="1400" spc="-1" strike="noStrike">
                <a:latin typeface="Times New Roman"/>
              </a:defRPr>
            </a:lvl1pPr>
          </a:lstStyle>
          <a:p>
            <a:r>
              <a:rPr b="0" lang="en-US" sz="1400" spc="-1" strike="noStrike">
                <a:latin typeface="Times New Roman"/>
              </a:rPr>
              <a:t>&lt;date/time&gt;</a:t>
            </a:r>
            <a:endParaRPr b="0" lang="en-US" sz="1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548640" y="91080"/>
            <a:ext cx="9875160" cy="381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en-US" sz="4400" spc="-1" strike="noStrike">
                <a:latin typeface="Arial"/>
              </a:rPr>
              <a:t>Click to edit the title text format</a:t>
            </a:r>
            <a:endParaRPr b="0" lang="en-US" sz="4400" spc="-1" strike="noStrike"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548640" y="534600"/>
            <a:ext cx="9875160" cy="1325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48000"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3200" spc="-1" strike="noStrike">
                <a:latin typeface="Arial"/>
              </a:rPr>
              <a:t>Click to edit the outline text format</a:t>
            </a:r>
            <a:endParaRPr b="0" lang="en-US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800" spc="-1" strike="noStrike">
                <a:latin typeface="Arial"/>
              </a:rPr>
              <a:t>Second Outline Level</a:t>
            </a:r>
            <a:endParaRPr b="0" lang="en-US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400" spc="-1" strike="noStrike">
                <a:latin typeface="Arial"/>
              </a:rPr>
              <a:t>Third Outline Level</a:t>
            </a:r>
            <a:endParaRPr b="0" lang="en-US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2000" spc="-1" strike="noStrike">
                <a:latin typeface="Arial"/>
              </a:rPr>
              <a:t>Fourth Outline Level</a:t>
            </a:r>
            <a:endParaRPr b="0" lang="en-US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Fifth Outline Level</a:t>
            </a:r>
            <a:endParaRPr b="0" lang="en-US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Sixth Outline Level</a:t>
            </a:r>
            <a:endParaRPr b="0" lang="en-US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latin typeface="Arial"/>
              </a:rPr>
              <a:t>Seventh Outline Level</a:t>
            </a:r>
            <a:endParaRPr b="0" lang="en-US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Picture 43" descr=""/>
          <p:cNvPicPr/>
          <p:nvPr/>
        </p:nvPicPr>
        <p:blipFill>
          <a:blip r:embed="rId1"/>
          <a:srcRect l="7874" t="11785" r="7585" b="8924"/>
          <a:stretch/>
        </p:blipFill>
        <p:spPr>
          <a:xfrm>
            <a:off x="99360" y="36720"/>
            <a:ext cx="2177280" cy="2063520"/>
          </a:xfrm>
          <a:prstGeom prst="rect">
            <a:avLst/>
          </a:prstGeom>
          <a:ln w="0">
            <a:noFill/>
          </a:ln>
        </p:spPr>
      </p:pic>
      <p:sp>
        <p:nvSpPr>
          <p:cNvPr id="42" name="TextBox 1"/>
          <p:cNvSpPr/>
          <p:nvPr/>
        </p:nvSpPr>
        <p:spPr>
          <a:xfrm>
            <a:off x="0" y="864000"/>
            <a:ext cx="10971720" cy="7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algn="ctr">
              <a:lnSpc>
                <a:spcPct val="100000"/>
              </a:lnSpc>
              <a:buNone/>
            </a:pPr>
            <a:r>
              <a:rPr b="0" lang="en-US" sz="4400" spc="-1" strike="noStrike">
                <a:solidFill>
                  <a:srgbClr val="2f5597"/>
                </a:solidFill>
                <a:latin typeface="Calibri"/>
                <a:ea typeface="Calibri"/>
              </a:rPr>
              <a:t>Tree-Based Models</a:t>
            </a:r>
            <a:endParaRPr b="0" lang="en-US" sz="4400" spc="-1" strike="noStrike">
              <a:latin typeface="Arial"/>
            </a:endParaRPr>
          </a:p>
        </p:txBody>
      </p:sp>
      <p:pic>
        <p:nvPicPr>
          <p:cNvPr id="43" name="" descr=""/>
          <p:cNvPicPr/>
          <p:nvPr/>
        </p:nvPicPr>
        <p:blipFill>
          <a:blip r:embed="rId2"/>
          <a:stretch/>
        </p:blipFill>
        <p:spPr>
          <a:xfrm>
            <a:off x="8687160" y="0"/>
            <a:ext cx="2285640" cy="22856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 2013 - 2022</Template>
  <TotalTime>103</TotalTime>
  <Application>LibreOffice/7.3.7.2$Linux_X86_64 LibreOffice_project/30$Build-2</Application>
  <AppVersion>15.0000</AppVersion>
  <Words>6</Words>
  <Paragraphs>2</Paragraphs>
  <Company>University at Buffalo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2024-02-16T18:50:38Z</dcterms:created>
  <dc:creator>Zia Ahmed</dc:creator>
  <dc:description/>
  <dc:language>en-US</dc:language>
  <cp:lastModifiedBy/>
  <dcterms:modified xsi:type="dcterms:W3CDTF">2026-05-20T18:26:55Z</dcterms:modified>
  <cp:revision>13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Custom</vt:lpwstr>
  </property>
  <property fmtid="{D5CDD505-2E9C-101B-9397-08002B2CF9AE}" pid="3" name="Slides">
    <vt:i4>2</vt:i4>
  </property>
</Properties>
</file>