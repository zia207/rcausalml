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972800" cy="2286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5710CE-D6FA-4C0E-A463-3245E5123D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1A10C4-AD81-4F05-A0C6-FBC78C0555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9CD792-B893-45F2-9CC3-BA22611E7B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2D9299-22B9-4A5B-BC4E-6670AD244F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91F63E-5144-4D32-80DC-DF624FFA5A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48640" y="91080"/>
            <a:ext cx="9875160" cy="17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242268-22F9-4F43-AC9B-595BA415C6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80B2A9-FAAA-4586-ACAE-18F5AEB223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619696-7E28-46F2-B765-2687619AFD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1C79A5-DF7E-46DA-AC20-AA8C571CED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9BA853-9B82-4250-BB1F-9894D03E00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B41001-421F-4ADA-B66E-93FA30DACE8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887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22628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48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887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22628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754563-1B7C-47DE-A35F-5CC337F226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D097A1-A5D6-4B39-8FCD-872A3D8B3F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981707-0947-437A-927C-0A06BCD286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6FA1F2C-75D5-4313-9712-64299100E7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8412767-EDFA-42C7-B019-2981408D4D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1FC9BE-27A1-4464-A421-25DD5C0626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48640" y="91080"/>
            <a:ext cx="9875160" cy="17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0977E3-1CEB-4656-B75C-75E5911FDB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8027C4-23FC-4C91-B74D-45B5E79AE0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507976A-8264-4AD8-BA7D-88EB0E52F9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0F69A1-7736-4AB4-9489-801EF5B079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898307-664D-4C49-9245-388D9BF66D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0CD798-8AEF-4714-9822-C174D9794B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887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22628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48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887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22628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8DCDFD1-177E-4D1A-9A27-644A4F3E2A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48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634920" y="2118600"/>
            <a:ext cx="370080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749720" y="2118600"/>
            <a:ext cx="246636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3431CF-F1DC-411D-A353-2EE87C1B5A4D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754200" y="2118600"/>
            <a:ext cx="246636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634920" y="2118600"/>
            <a:ext cx="370080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749720" y="2118600"/>
            <a:ext cx="246636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31AA1D-5258-47A7-8B10-6C931AB76C86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754200" y="2118600"/>
            <a:ext cx="2466360" cy="1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48640" y="91080"/>
            <a:ext cx="98751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4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83" name="TextBox 1"/>
          <p:cNvSpPr/>
          <p:nvPr/>
        </p:nvSpPr>
        <p:spPr>
          <a:xfrm>
            <a:off x="99360" y="794160"/>
            <a:ext cx="10970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Causal Machine Learning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86" name="TextBox 9"/>
          <p:cNvSpPr/>
          <p:nvPr/>
        </p:nvSpPr>
        <p:spPr>
          <a:xfrm>
            <a:off x="0" y="504000"/>
            <a:ext cx="1097064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Tree-Based Models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1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89" name="TextBox 3"/>
          <p:cNvSpPr/>
          <p:nvPr/>
        </p:nvSpPr>
        <p:spPr>
          <a:xfrm>
            <a:off x="0" y="576000"/>
            <a:ext cx="1097064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Meta-Learners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2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92" name="TextBox 2"/>
          <p:cNvSpPr/>
          <p:nvPr/>
        </p:nvSpPr>
        <p:spPr>
          <a:xfrm>
            <a:off x="0" y="576000"/>
            <a:ext cx="1097064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Uplift Learners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95" name="TextBox 4"/>
          <p:cNvSpPr/>
          <p:nvPr/>
        </p:nvSpPr>
        <p:spPr>
          <a:xfrm>
            <a:off x="0" y="576000"/>
            <a:ext cx="1097064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200" spc="-1" strike="noStrike">
                <a:solidFill>
                  <a:srgbClr val="2f5597"/>
                </a:solidFill>
                <a:latin typeface="Calibri"/>
                <a:ea typeface="Calibri"/>
              </a:rPr>
              <a:t>Deep Causal Learning</a:t>
            </a:r>
            <a:endParaRPr b="0" lang="en-US" sz="4200" spc="-1" strike="noStrike"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4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98" name="TextBox 5"/>
          <p:cNvSpPr/>
          <p:nvPr/>
        </p:nvSpPr>
        <p:spPr>
          <a:xfrm>
            <a:off x="0" y="576000"/>
            <a:ext cx="10970640" cy="13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200" spc="-1" strike="noStrike">
                <a:solidFill>
                  <a:srgbClr val="2f5597"/>
                </a:solidFill>
                <a:latin typeface="Calibri"/>
                <a:ea typeface="Calibri"/>
              </a:rPr>
              <a:t>Deep Causal Learning</a:t>
            </a:r>
            <a:endParaRPr b="0" lang="en-US" sz="4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f5597"/>
                </a:solidFill>
                <a:latin typeface="Calibri"/>
                <a:ea typeface="Calibri"/>
              </a:rPr>
              <a:t>Treatment Effect Estimators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5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101" name="TextBox 6"/>
          <p:cNvSpPr/>
          <p:nvPr/>
        </p:nvSpPr>
        <p:spPr>
          <a:xfrm>
            <a:off x="0" y="576000"/>
            <a:ext cx="109706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200" spc="-1" strike="noStrike">
                <a:solidFill>
                  <a:srgbClr val="2f5597"/>
                </a:solidFill>
                <a:latin typeface="Calibri"/>
                <a:ea typeface="Calibri"/>
              </a:rPr>
              <a:t>Deep Causal Learning</a:t>
            </a:r>
            <a:endParaRPr b="0" lang="en-US" sz="4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Generative Latent-Variable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6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104" name="TextBox 7"/>
          <p:cNvSpPr/>
          <p:nvPr/>
        </p:nvSpPr>
        <p:spPr>
          <a:xfrm>
            <a:off x="0" y="576000"/>
            <a:ext cx="109706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200" spc="-1" strike="noStrike">
                <a:solidFill>
                  <a:srgbClr val="2f5597"/>
                </a:solidFill>
                <a:latin typeface="Calibri"/>
                <a:ea typeface="Calibri"/>
              </a:rPr>
              <a:t>Deep Causal Learning</a:t>
            </a:r>
            <a:endParaRPr b="0" lang="en-US" sz="4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Structural Learning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7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6200" cy="2062440"/>
          </a:xfrm>
          <a:prstGeom prst="rect">
            <a:avLst/>
          </a:prstGeom>
          <a:ln w="0">
            <a:noFill/>
          </a:ln>
        </p:spPr>
      </p:pic>
      <p:sp>
        <p:nvSpPr>
          <p:cNvPr id="107" name="TextBox 8"/>
          <p:cNvSpPr/>
          <p:nvPr/>
        </p:nvSpPr>
        <p:spPr>
          <a:xfrm>
            <a:off x="0" y="576000"/>
            <a:ext cx="1097064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Causal Inference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200" spc="-1" strike="noStrike">
                <a:solidFill>
                  <a:srgbClr val="2f5597"/>
                </a:solidFill>
                <a:latin typeface="Calibri"/>
                <a:ea typeface="Calibri"/>
              </a:rPr>
              <a:t>Deep Causal Learning</a:t>
            </a:r>
            <a:endParaRPr b="0" lang="en-US" sz="4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2f5597"/>
                </a:solidFill>
                <a:latin typeface="Calibri"/>
                <a:ea typeface="Calibri"/>
              </a:rPr>
              <a:t>Temporal Causal ML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1987</TotalTime>
  <Application>LibreOffice/7.3.7.2$Linux_X86_64 LibreOffice_project/30$Build-2</Application>
  <AppVersion>15.0000</AppVersion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2024-02-16T18:50:38Z</dcterms:created>
  <dc:creator>Zia Ahmed</dc:creator>
  <dc:description/>
  <dc:language>en-US</dc:language>
  <cp:lastModifiedBy/>
  <dcterms:modified xsi:type="dcterms:W3CDTF">2026-05-23T23:20:58Z</dcterms:modified>
  <cp:revision>25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2</vt:r8>
  </property>
</Properties>
</file>